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59FD5-871E-9205-3A81-7ACF567AA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D7FEC9-7B8D-95E7-0D0A-8D5CC91DD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D088E0-49DF-99B6-8829-740B235F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C8879-7106-04DF-EC16-96DF7B77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4D266-CD69-911B-7EBF-DA8AD946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4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14968-E4C8-67DE-2F7E-8BC18EC2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758B76-7047-9F55-16AB-585670A2A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DD0BA-E8ED-32A2-AFB4-3D1A8806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ADA5A9-49F3-D653-67F5-8E7BA395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21A40-7606-75FB-E122-0771AEFA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52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B4F84-2E1B-A0A0-13C4-5C33C9A8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B34438-7FF9-2CEB-0160-B546B531F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7374-0C89-15CB-34FB-CE3D2065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B3F5A-E09E-3E6A-370D-505796DA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13BEA7-C085-FBDD-DEBE-2097C96C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51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E36ED-2B94-F640-C819-35E36E50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423CA-AA08-FFDD-5C12-A69AB5B27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A64E2D-D2E5-487C-596A-4BEAC06EF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EEABD4-1B30-32B0-77F7-9C6211F2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D7EC6E-CD4F-5915-B433-16399FB4F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E2C7D2-D04D-505B-BD9C-170A398A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2DF5C-F0FE-0C32-AB05-54E9115F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9CF5C4-4132-5B3A-9756-9757B526A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162091-9442-F996-48E3-8DA99394B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5EF60F-1DD3-8DBA-6772-6F7E2E0B6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E598D6-32DF-4388-7E43-5B94097B8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1BB897-38D1-3287-4DB8-5572D5BB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EF469D-24EA-9FA0-F53F-15D796D8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A2E5CEB-C4BE-3628-14BC-40F0E24D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44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85DF9-59FD-113A-0E11-EBFDCF30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B561A2-51CB-45A1-B89B-5E5D4524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F98886-5300-CA5E-50B3-B428D746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E22370-7A43-8A51-1217-7361F755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22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5D02F8-D3ED-940F-5960-EE92E9C1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CB70A6-4CB9-23EC-A739-F7D507E3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D4AC87-3375-DF0D-F1F6-696AF7D1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477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E6661-D0D9-DFC4-E455-7CFFBA92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07B55-2811-FCED-347D-73C9686B1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8CF124-BB4A-15AB-6135-2477DE46C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AA1EA7-D331-E4D4-1AB3-2107B88F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B317D0-D4D2-F6F2-407C-2BF56A88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52601-87E0-D5B9-26CD-60E37FD8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0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529E-558E-CF0A-8FF7-701444D7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92859B-9ED3-0D1A-62E7-30D3835AD1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779104-5409-5C9B-E50A-5A28C429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E5AAD-1686-07EB-E559-8F000314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7D1DDB-F710-92FF-3D49-DE2F4A82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DF2367-D845-1D88-2372-F26DD98E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3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AB9E4-FBA3-550B-31E4-44B2672C5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203469-9EF3-BF2A-D237-2B2FD143B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FE639D-2D5D-320C-2223-E64AC01B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99156-846C-3BBD-2843-4B22D84C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6D4758-D7D0-FBA0-DFF2-FE3371C3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73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213159-7390-94B7-07CE-D9A7E9F60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AA0C0D-DE6F-EB40-D14F-0B197D05A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3D73DC-E5E7-7FC3-5B42-DBCE7721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98565-F0EE-2F48-0217-2D6F6290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4BF5A0-D1FB-6899-286C-36656124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27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5A9C58-1604-F604-C661-93936F1B7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FE83F8-CCCA-9614-0001-7C2D086A3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AB05E-2E0F-2703-0837-B4B62344C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D9CB9-FA0B-477E-BA83-F6571B7F8091}" type="datetimeFigureOut">
              <a:rPr lang="zh-CN" altLang="en-US" smtClean="0"/>
              <a:t>2025-03-21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867998-60FA-A24D-EF12-33AA06C0D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CCC6C3-8E94-C51F-3B90-AD2C861C2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43E53-A746-4EB4-8555-AC18A1CB27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16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31CBE29-8D60-F7D7-7F4B-9AB495B1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1298465"/>
            <a:ext cx="7969660" cy="426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2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31E0BF-8D8D-13BF-0195-8C516F52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784"/>
            <a:ext cx="12192000" cy="63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59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A9FC8B-7E31-CE84-517A-D5C1E3C4B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18"/>
            <a:ext cx="12192000" cy="632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8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C351012-27EB-452D-03E6-75B42B161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939"/>
            <a:ext cx="12192000" cy="650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0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4A307A-9D0D-B14E-2283-06432F77B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626"/>
            <a:ext cx="12192000" cy="628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4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13435F-6BE2-56E4-0CB7-287BC520C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5" y="282413"/>
            <a:ext cx="12071970" cy="62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4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A6E9E6-9E87-C0A4-C47A-6EAA666C7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79"/>
            <a:ext cx="12192000" cy="676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9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2F95DE-D29B-E0B5-352E-D56BE6ECE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202"/>
            <a:ext cx="12192000" cy="60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2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6FCE58-373A-A75D-9583-057A82506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447"/>
            <a:ext cx="12192000" cy="64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9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6752C3-6FE7-8DBB-2F2F-0513EFC4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425"/>
            <a:ext cx="12192000" cy="64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9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E7F0E2-B430-9EB3-021D-FD99FA119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88"/>
            <a:ext cx="12192000" cy="680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7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D6D56A-7A86-50FF-145A-30742B39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85"/>
            <a:ext cx="12192000" cy="675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4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书记 小卖部</dc:creator>
  <cp:lastModifiedBy>书记 小卖部</cp:lastModifiedBy>
  <cp:revision>1</cp:revision>
  <dcterms:created xsi:type="dcterms:W3CDTF">2025-03-21T05:10:10Z</dcterms:created>
  <dcterms:modified xsi:type="dcterms:W3CDTF">2025-03-21T05:34:31Z</dcterms:modified>
</cp:coreProperties>
</file>